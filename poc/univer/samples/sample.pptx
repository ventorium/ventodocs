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Univer POC 幻灯片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副标题：导入-编辑-导出保真度验证</a:t>
            </a:r>
          </a:p>
        </p:txBody>
      </p:sp>
      <p:pic>
        <p:nvPicPr>
          <p:cNvPr id="4" name="Picture 3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114800"/>
            <a:ext cx="13716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验证要点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第一点：单元格值与公式</a:t>
            </a:r>
          </a:p>
          <a:p>
            <a:pPr lvl="1"/>
            <a:r>
              <a:t>第二点：合并单元格</a:t>
            </a:r>
          </a:p>
          <a:p>
            <a:pPr lvl="1"/>
            <a:r>
              <a:t>第三点：图片与表格</a:t>
            </a:r>
          </a:p>
        </p:txBody>
      </p:sp>
      <p:pic>
        <p:nvPicPr>
          <p:cNvPr id="4" name="Picture 3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114800"/>
            <a:ext cx="13716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第三页：文本框标题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正文第一行</a:t>
            </a:r>
          </a:p>
          <a:p>
            <a:r>
              <a:t>正文第二行</a:t>
            </a:r>
          </a:p>
        </p:txBody>
      </p:sp>
      <p:pic>
        <p:nvPicPr>
          <p:cNvPr id="4" name="Picture 3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114800"/>
            <a:ext cx="1371600" cy="685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